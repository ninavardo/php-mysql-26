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Global AI Market Size (in USD billions)1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  <c:pt idx="4">
                  <c:v>2028</c:v>
                </c:pt>
                <c:pt idx="5">
                  <c:v>2030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350</c:v>
                </c:pt>
                <c:pt idx="4">
                  <c:v>600</c:v>
                </c:pt>
                <c:pt idx="5">
                  <c:v>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12-420D-AA73-1770F51882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5308896"/>
        <c:axId val="735320776"/>
      </c:lineChart>
      <c:catAx>
        <c:axId val="73530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5320776"/>
        <c:crosses val="autoZero"/>
        <c:auto val="1"/>
        <c:lblAlgn val="ctr"/>
        <c:lblOffset val="100"/>
        <c:noMultiLvlLbl val="0"/>
      </c:catAx>
      <c:valAx>
        <c:axId val="735320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5308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7724A0-F86E-42DB-B5EA-79897B717B1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44B128-BCEE-4683-A3C9-9409030A18A7}">
      <dgm:prSet phldrT="[Text]" phldr="0"/>
      <dgm:spPr/>
      <dgm:t>
        <a:bodyPr/>
        <a:lstStyle/>
        <a:p>
          <a:r>
            <a:rPr lang="en-US" dirty="0"/>
            <a:t>Data Collecting</a:t>
          </a:r>
        </a:p>
      </dgm:t>
    </dgm:pt>
    <dgm:pt modelId="{738121D3-7F71-4A0A-916C-65F32DB5C292}" type="parTrans" cxnId="{BD35F969-D370-44BC-A6C7-B7AE30566062}">
      <dgm:prSet/>
      <dgm:spPr/>
      <dgm:t>
        <a:bodyPr/>
        <a:lstStyle/>
        <a:p>
          <a:endParaRPr lang="en-US"/>
        </a:p>
      </dgm:t>
    </dgm:pt>
    <dgm:pt modelId="{2C716261-1FE8-41C1-B48B-8651A93AE3C4}" type="sibTrans" cxnId="{BD35F969-D370-44BC-A6C7-B7AE30566062}">
      <dgm:prSet/>
      <dgm:spPr/>
      <dgm:t>
        <a:bodyPr/>
        <a:lstStyle/>
        <a:p>
          <a:endParaRPr lang="en-US"/>
        </a:p>
      </dgm:t>
    </dgm:pt>
    <dgm:pt modelId="{411B4C44-FABD-4A25-AD4C-FDF5959F1FF3}" type="asst">
      <dgm:prSet phldrT="[Text]"/>
      <dgm:spPr/>
      <dgm:t>
        <a:bodyPr/>
        <a:lstStyle/>
        <a:p>
          <a:pPr>
            <a:buNone/>
          </a:pPr>
          <a:r>
            <a:rPr lang="en-US" dirty="0"/>
            <a:t>Data Processing</a:t>
          </a:r>
        </a:p>
      </dgm:t>
    </dgm:pt>
    <dgm:pt modelId="{8D6BA572-17E8-47BA-9C33-8E08C8A95A63}" type="parTrans" cxnId="{926717E6-8EA4-4611-888C-7C81F483203C}">
      <dgm:prSet/>
      <dgm:spPr/>
      <dgm:t>
        <a:bodyPr/>
        <a:lstStyle/>
        <a:p>
          <a:endParaRPr lang="en-US"/>
        </a:p>
      </dgm:t>
    </dgm:pt>
    <dgm:pt modelId="{888A2A05-40AA-43E2-AE16-0B67187376CD}" type="sibTrans" cxnId="{926717E6-8EA4-4611-888C-7C81F483203C}">
      <dgm:prSet/>
      <dgm:spPr/>
      <dgm:t>
        <a:bodyPr/>
        <a:lstStyle/>
        <a:p>
          <a:endParaRPr lang="en-US"/>
        </a:p>
      </dgm:t>
    </dgm:pt>
    <dgm:pt modelId="{813EE53B-2325-4A0C-B8AD-5F8F38AB6807}">
      <dgm:prSet phldrT="[Text]"/>
      <dgm:spPr/>
      <dgm:t>
        <a:bodyPr/>
        <a:lstStyle/>
        <a:p>
          <a:pPr>
            <a:buNone/>
          </a:pPr>
          <a:r>
            <a:rPr lang="en-US" dirty="0"/>
            <a:t>Machine Learning</a:t>
          </a:r>
        </a:p>
      </dgm:t>
    </dgm:pt>
    <dgm:pt modelId="{FF923FDF-3145-4F58-AE1C-9DB41A15F911}" type="parTrans" cxnId="{2B60AC14-45D6-48FD-B3CA-E27125E12833}">
      <dgm:prSet/>
      <dgm:spPr/>
      <dgm:t>
        <a:bodyPr/>
        <a:lstStyle/>
        <a:p>
          <a:endParaRPr lang="en-US"/>
        </a:p>
      </dgm:t>
    </dgm:pt>
    <dgm:pt modelId="{148EF50A-BBBD-4F19-9B45-916A9EF4D010}" type="sibTrans" cxnId="{2B60AC14-45D6-48FD-B3CA-E27125E12833}">
      <dgm:prSet/>
      <dgm:spPr/>
      <dgm:t>
        <a:bodyPr/>
        <a:lstStyle/>
        <a:p>
          <a:endParaRPr lang="en-US"/>
        </a:p>
      </dgm:t>
    </dgm:pt>
    <dgm:pt modelId="{58E9CF36-FFFA-4893-A0AE-32170FD656B7}">
      <dgm:prSet phldrT="[Text]"/>
      <dgm:spPr/>
      <dgm:t>
        <a:bodyPr/>
        <a:lstStyle/>
        <a:p>
          <a:pPr>
            <a:buNone/>
          </a:pPr>
          <a:r>
            <a:rPr lang="en-US" dirty="0"/>
            <a:t>Decision Making</a:t>
          </a:r>
        </a:p>
      </dgm:t>
    </dgm:pt>
    <dgm:pt modelId="{972ABF6D-2412-414B-A5A9-A8416FB512D6}" type="parTrans" cxnId="{EDF74535-D9BA-4924-A1E8-933C09726815}">
      <dgm:prSet/>
      <dgm:spPr/>
      <dgm:t>
        <a:bodyPr/>
        <a:lstStyle/>
        <a:p>
          <a:endParaRPr lang="en-US"/>
        </a:p>
      </dgm:t>
    </dgm:pt>
    <dgm:pt modelId="{9630C345-FABB-4023-B462-C3089B505D73}" type="sibTrans" cxnId="{EDF74535-D9BA-4924-A1E8-933C09726815}">
      <dgm:prSet/>
      <dgm:spPr/>
      <dgm:t>
        <a:bodyPr/>
        <a:lstStyle/>
        <a:p>
          <a:endParaRPr lang="en-US"/>
        </a:p>
      </dgm:t>
    </dgm:pt>
    <dgm:pt modelId="{03DAAD86-F405-4CE3-83F5-8E28E09495DE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Continuous Improvement</a:t>
          </a:r>
        </a:p>
      </dgm:t>
    </dgm:pt>
    <dgm:pt modelId="{04B977E5-0310-48EC-8BF3-8F4BC5DFF9A0}" type="parTrans" cxnId="{EB6B3F35-CD3E-40C7-84C0-F0AA54EEA452}">
      <dgm:prSet/>
      <dgm:spPr/>
      <dgm:t>
        <a:bodyPr/>
        <a:lstStyle/>
        <a:p>
          <a:endParaRPr lang="en-US"/>
        </a:p>
      </dgm:t>
    </dgm:pt>
    <dgm:pt modelId="{2F2224F3-AB23-4912-9234-D8AAB2C1BA25}" type="sibTrans" cxnId="{EB6B3F35-CD3E-40C7-84C0-F0AA54EEA452}">
      <dgm:prSet/>
      <dgm:spPr/>
      <dgm:t>
        <a:bodyPr/>
        <a:lstStyle/>
        <a:p>
          <a:endParaRPr lang="en-US"/>
        </a:p>
      </dgm:t>
    </dgm:pt>
    <dgm:pt modelId="{3E164547-2924-4E9F-852D-B8E6ECCB2D36}" type="pres">
      <dgm:prSet presAssocID="{757724A0-F86E-42DB-B5EA-79897B717B1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B8C3AFB-9726-4017-939E-9996C527D24D}" type="pres">
      <dgm:prSet presAssocID="{5B44B128-BCEE-4683-A3C9-9409030A18A7}" presName="hierRoot1" presStyleCnt="0">
        <dgm:presLayoutVars>
          <dgm:hierBranch val="init"/>
        </dgm:presLayoutVars>
      </dgm:prSet>
      <dgm:spPr/>
    </dgm:pt>
    <dgm:pt modelId="{A4B815E9-97BD-478F-B9D4-4814D702A4C2}" type="pres">
      <dgm:prSet presAssocID="{5B44B128-BCEE-4683-A3C9-9409030A18A7}" presName="rootComposite1" presStyleCnt="0"/>
      <dgm:spPr/>
    </dgm:pt>
    <dgm:pt modelId="{6A4731B3-ECBB-4B5B-ADD5-050A1799D2C0}" type="pres">
      <dgm:prSet presAssocID="{5B44B128-BCEE-4683-A3C9-9409030A18A7}" presName="rootText1" presStyleLbl="node0" presStyleIdx="0" presStyleCnt="1">
        <dgm:presLayoutVars>
          <dgm:chPref val="3"/>
        </dgm:presLayoutVars>
      </dgm:prSet>
      <dgm:spPr/>
    </dgm:pt>
    <dgm:pt modelId="{E1809DC1-F91F-4A8B-B4C9-C222FB8ADC9B}" type="pres">
      <dgm:prSet presAssocID="{5B44B128-BCEE-4683-A3C9-9409030A18A7}" presName="rootConnector1" presStyleLbl="node1" presStyleIdx="0" presStyleCnt="0"/>
      <dgm:spPr/>
    </dgm:pt>
    <dgm:pt modelId="{DB5987F1-448E-4743-9466-A8FDDF2EBE70}" type="pres">
      <dgm:prSet presAssocID="{5B44B128-BCEE-4683-A3C9-9409030A18A7}" presName="hierChild2" presStyleCnt="0"/>
      <dgm:spPr/>
    </dgm:pt>
    <dgm:pt modelId="{ACBF1364-7F69-4A49-BB27-41617CA7F227}" type="pres">
      <dgm:prSet presAssocID="{FF923FDF-3145-4F58-AE1C-9DB41A15F911}" presName="Name37" presStyleLbl="parChTrans1D2" presStyleIdx="0" presStyleCnt="4"/>
      <dgm:spPr/>
    </dgm:pt>
    <dgm:pt modelId="{BD2A5B37-8931-4345-B6C4-4AB61D7801C7}" type="pres">
      <dgm:prSet presAssocID="{813EE53B-2325-4A0C-B8AD-5F8F38AB6807}" presName="hierRoot2" presStyleCnt="0">
        <dgm:presLayoutVars>
          <dgm:hierBranch val="init"/>
        </dgm:presLayoutVars>
      </dgm:prSet>
      <dgm:spPr/>
    </dgm:pt>
    <dgm:pt modelId="{D24D5DA1-FFF0-40B4-B8CA-6D407EDEDBBE}" type="pres">
      <dgm:prSet presAssocID="{813EE53B-2325-4A0C-B8AD-5F8F38AB6807}" presName="rootComposite" presStyleCnt="0"/>
      <dgm:spPr/>
    </dgm:pt>
    <dgm:pt modelId="{01C26EAD-DE7C-431C-897F-1F577C9765D9}" type="pres">
      <dgm:prSet presAssocID="{813EE53B-2325-4A0C-B8AD-5F8F38AB6807}" presName="rootText" presStyleLbl="node2" presStyleIdx="0" presStyleCnt="3">
        <dgm:presLayoutVars>
          <dgm:chPref val="3"/>
        </dgm:presLayoutVars>
      </dgm:prSet>
      <dgm:spPr/>
    </dgm:pt>
    <dgm:pt modelId="{50654719-1779-4AE8-BEBC-FB8C2DF818A8}" type="pres">
      <dgm:prSet presAssocID="{813EE53B-2325-4A0C-B8AD-5F8F38AB6807}" presName="rootConnector" presStyleLbl="node2" presStyleIdx="0" presStyleCnt="3"/>
      <dgm:spPr/>
    </dgm:pt>
    <dgm:pt modelId="{BFFA9701-7539-4DA1-B7C5-4717D3420BAB}" type="pres">
      <dgm:prSet presAssocID="{813EE53B-2325-4A0C-B8AD-5F8F38AB6807}" presName="hierChild4" presStyleCnt="0"/>
      <dgm:spPr/>
    </dgm:pt>
    <dgm:pt modelId="{77E0C55D-1E1D-4C18-9596-0C7853AB3F24}" type="pres">
      <dgm:prSet presAssocID="{813EE53B-2325-4A0C-B8AD-5F8F38AB6807}" presName="hierChild5" presStyleCnt="0"/>
      <dgm:spPr/>
    </dgm:pt>
    <dgm:pt modelId="{B6F0F037-F145-48CF-A61A-5FB11D488852}" type="pres">
      <dgm:prSet presAssocID="{972ABF6D-2412-414B-A5A9-A8416FB512D6}" presName="Name37" presStyleLbl="parChTrans1D2" presStyleIdx="1" presStyleCnt="4"/>
      <dgm:spPr/>
    </dgm:pt>
    <dgm:pt modelId="{0BD3C6F0-7C07-4389-AB93-119080A71E00}" type="pres">
      <dgm:prSet presAssocID="{58E9CF36-FFFA-4893-A0AE-32170FD656B7}" presName="hierRoot2" presStyleCnt="0">
        <dgm:presLayoutVars>
          <dgm:hierBranch val="init"/>
        </dgm:presLayoutVars>
      </dgm:prSet>
      <dgm:spPr/>
    </dgm:pt>
    <dgm:pt modelId="{21DC495A-968B-4CB7-8F91-750580F9BE25}" type="pres">
      <dgm:prSet presAssocID="{58E9CF36-FFFA-4893-A0AE-32170FD656B7}" presName="rootComposite" presStyleCnt="0"/>
      <dgm:spPr/>
    </dgm:pt>
    <dgm:pt modelId="{4F6C00DA-C38F-478F-806C-F6CFCFDB47BA}" type="pres">
      <dgm:prSet presAssocID="{58E9CF36-FFFA-4893-A0AE-32170FD656B7}" presName="rootText" presStyleLbl="node2" presStyleIdx="1" presStyleCnt="3">
        <dgm:presLayoutVars>
          <dgm:chPref val="3"/>
        </dgm:presLayoutVars>
      </dgm:prSet>
      <dgm:spPr/>
    </dgm:pt>
    <dgm:pt modelId="{E5044448-F70F-492C-9971-4F50DF9565AF}" type="pres">
      <dgm:prSet presAssocID="{58E9CF36-FFFA-4893-A0AE-32170FD656B7}" presName="rootConnector" presStyleLbl="node2" presStyleIdx="1" presStyleCnt="3"/>
      <dgm:spPr/>
    </dgm:pt>
    <dgm:pt modelId="{6AF2BF77-0A94-4D92-8990-5DBD2BE20759}" type="pres">
      <dgm:prSet presAssocID="{58E9CF36-FFFA-4893-A0AE-32170FD656B7}" presName="hierChild4" presStyleCnt="0"/>
      <dgm:spPr/>
    </dgm:pt>
    <dgm:pt modelId="{29DC2428-58E9-423A-89C9-673CC2EB6C20}" type="pres">
      <dgm:prSet presAssocID="{58E9CF36-FFFA-4893-A0AE-32170FD656B7}" presName="hierChild5" presStyleCnt="0"/>
      <dgm:spPr/>
    </dgm:pt>
    <dgm:pt modelId="{FBF22A0C-B6C2-4D2A-BF62-4BF29480E4E3}" type="pres">
      <dgm:prSet presAssocID="{04B977E5-0310-48EC-8BF3-8F4BC5DFF9A0}" presName="Name37" presStyleLbl="parChTrans1D2" presStyleIdx="2" presStyleCnt="4"/>
      <dgm:spPr/>
    </dgm:pt>
    <dgm:pt modelId="{84A3247A-434F-48B1-AEBB-4831FA70ECFB}" type="pres">
      <dgm:prSet presAssocID="{03DAAD86-F405-4CE3-83F5-8E28E09495DE}" presName="hierRoot2" presStyleCnt="0">
        <dgm:presLayoutVars>
          <dgm:hierBranch val="init"/>
        </dgm:presLayoutVars>
      </dgm:prSet>
      <dgm:spPr/>
    </dgm:pt>
    <dgm:pt modelId="{2313704D-28CB-4EA5-9E8F-856B3F7C1CCD}" type="pres">
      <dgm:prSet presAssocID="{03DAAD86-F405-4CE3-83F5-8E28E09495DE}" presName="rootComposite" presStyleCnt="0"/>
      <dgm:spPr/>
    </dgm:pt>
    <dgm:pt modelId="{885ED8C4-82CA-4905-8577-CA72C485B9B2}" type="pres">
      <dgm:prSet presAssocID="{03DAAD86-F405-4CE3-83F5-8E28E09495DE}" presName="rootText" presStyleLbl="node2" presStyleIdx="2" presStyleCnt="3">
        <dgm:presLayoutVars>
          <dgm:chPref val="3"/>
        </dgm:presLayoutVars>
      </dgm:prSet>
      <dgm:spPr/>
    </dgm:pt>
    <dgm:pt modelId="{02AB8C99-B59D-4C76-A114-7F342B340795}" type="pres">
      <dgm:prSet presAssocID="{03DAAD86-F405-4CE3-83F5-8E28E09495DE}" presName="rootConnector" presStyleLbl="node2" presStyleIdx="2" presStyleCnt="3"/>
      <dgm:spPr/>
    </dgm:pt>
    <dgm:pt modelId="{7C1866E6-8B6D-45D9-B638-55E8F24E8E2A}" type="pres">
      <dgm:prSet presAssocID="{03DAAD86-F405-4CE3-83F5-8E28E09495DE}" presName="hierChild4" presStyleCnt="0"/>
      <dgm:spPr/>
    </dgm:pt>
    <dgm:pt modelId="{A2C80B64-4072-4B16-954F-969ACD8335CC}" type="pres">
      <dgm:prSet presAssocID="{03DAAD86-F405-4CE3-83F5-8E28E09495DE}" presName="hierChild5" presStyleCnt="0"/>
      <dgm:spPr/>
    </dgm:pt>
    <dgm:pt modelId="{4C96ABBA-69B0-4A52-BFE0-FB4CBAE21A14}" type="pres">
      <dgm:prSet presAssocID="{5B44B128-BCEE-4683-A3C9-9409030A18A7}" presName="hierChild3" presStyleCnt="0"/>
      <dgm:spPr/>
    </dgm:pt>
    <dgm:pt modelId="{BB28495C-A803-4C84-A9A3-5A52A40876E9}" type="pres">
      <dgm:prSet presAssocID="{8D6BA572-17E8-47BA-9C33-8E08C8A95A63}" presName="Name111" presStyleLbl="parChTrans1D2" presStyleIdx="3" presStyleCnt="4"/>
      <dgm:spPr/>
    </dgm:pt>
    <dgm:pt modelId="{6D2512A8-EFF1-4EEF-873E-F2E690EBA43C}" type="pres">
      <dgm:prSet presAssocID="{411B4C44-FABD-4A25-AD4C-FDF5959F1FF3}" presName="hierRoot3" presStyleCnt="0">
        <dgm:presLayoutVars>
          <dgm:hierBranch val="init"/>
        </dgm:presLayoutVars>
      </dgm:prSet>
      <dgm:spPr/>
    </dgm:pt>
    <dgm:pt modelId="{FF225AEE-2685-4754-89D4-95FE235DD7D2}" type="pres">
      <dgm:prSet presAssocID="{411B4C44-FABD-4A25-AD4C-FDF5959F1FF3}" presName="rootComposite3" presStyleCnt="0"/>
      <dgm:spPr/>
    </dgm:pt>
    <dgm:pt modelId="{905F0BAB-3BC9-4AB5-9297-999D36332F8C}" type="pres">
      <dgm:prSet presAssocID="{411B4C44-FABD-4A25-AD4C-FDF5959F1FF3}" presName="rootText3" presStyleLbl="asst1" presStyleIdx="0" presStyleCnt="1">
        <dgm:presLayoutVars>
          <dgm:chPref val="3"/>
        </dgm:presLayoutVars>
      </dgm:prSet>
      <dgm:spPr/>
    </dgm:pt>
    <dgm:pt modelId="{5EE997E1-4264-4AC6-A8F4-BEEEC1D0CAA8}" type="pres">
      <dgm:prSet presAssocID="{411B4C44-FABD-4A25-AD4C-FDF5959F1FF3}" presName="rootConnector3" presStyleLbl="asst1" presStyleIdx="0" presStyleCnt="1"/>
      <dgm:spPr/>
    </dgm:pt>
    <dgm:pt modelId="{20C930B8-D909-4C2A-830F-6A220F695576}" type="pres">
      <dgm:prSet presAssocID="{411B4C44-FABD-4A25-AD4C-FDF5959F1FF3}" presName="hierChild6" presStyleCnt="0"/>
      <dgm:spPr/>
    </dgm:pt>
    <dgm:pt modelId="{F32575F6-B129-4720-9C90-55E7FCCE128E}" type="pres">
      <dgm:prSet presAssocID="{411B4C44-FABD-4A25-AD4C-FDF5959F1FF3}" presName="hierChild7" presStyleCnt="0"/>
      <dgm:spPr/>
    </dgm:pt>
  </dgm:ptLst>
  <dgm:cxnLst>
    <dgm:cxn modelId="{07F7A203-A389-4144-A313-AAB9CB99C9FD}" type="presOf" srcId="{5B44B128-BCEE-4683-A3C9-9409030A18A7}" destId="{E1809DC1-F91F-4A8B-B4C9-C222FB8ADC9B}" srcOrd="1" destOrd="0" presId="urn:microsoft.com/office/officeart/2005/8/layout/orgChart1"/>
    <dgm:cxn modelId="{FCE4960A-B6E0-4D65-8E85-4E81DDD8A8AE}" type="presOf" srcId="{757724A0-F86E-42DB-B5EA-79897B717B12}" destId="{3E164547-2924-4E9F-852D-B8E6ECCB2D36}" srcOrd="0" destOrd="0" presId="urn:microsoft.com/office/officeart/2005/8/layout/orgChart1"/>
    <dgm:cxn modelId="{2B60AC14-45D6-48FD-B3CA-E27125E12833}" srcId="{5B44B128-BCEE-4683-A3C9-9409030A18A7}" destId="{813EE53B-2325-4A0C-B8AD-5F8F38AB6807}" srcOrd="1" destOrd="0" parTransId="{FF923FDF-3145-4F58-AE1C-9DB41A15F911}" sibTransId="{148EF50A-BBBD-4F19-9B45-916A9EF4D010}"/>
    <dgm:cxn modelId="{4B49C91E-4920-4813-8EFD-306546ABA5A6}" type="presOf" srcId="{58E9CF36-FFFA-4893-A0AE-32170FD656B7}" destId="{4F6C00DA-C38F-478F-806C-F6CFCFDB47BA}" srcOrd="0" destOrd="0" presId="urn:microsoft.com/office/officeart/2005/8/layout/orgChart1"/>
    <dgm:cxn modelId="{CBD82324-EF8D-4B89-9D6B-B51C1DC24C2D}" type="presOf" srcId="{04B977E5-0310-48EC-8BF3-8F4BC5DFF9A0}" destId="{FBF22A0C-B6C2-4D2A-BF62-4BF29480E4E3}" srcOrd="0" destOrd="0" presId="urn:microsoft.com/office/officeart/2005/8/layout/orgChart1"/>
    <dgm:cxn modelId="{BF648929-142B-4D52-A745-B2E53B4D23E6}" type="presOf" srcId="{813EE53B-2325-4A0C-B8AD-5F8F38AB6807}" destId="{01C26EAD-DE7C-431C-897F-1F577C9765D9}" srcOrd="0" destOrd="0" presId="urn:microsoft.com/office/officeart/2005/8/layout/orgChart1"/>
    <dgm:cxn modelId="{EB6B3F35-CD3E-40C7-84C0-F0AA54EEA452}" srcId="{5B44B128-BCEE-4683-A3C9-9409030A18A7}" destId="{03DAAD86-F405-4CE3-83F5-8E28E09495DE}" srcOrd="3" destOrd="0" parTransId="{04B977E5-0310-48EC-8BF3-8F4BC5DFF9A0}" sibTransId="{2F2224F3-AB23-4912-9234-D8AAB2C1BA25}"/>
    <dgm:cxn modelId="{EDF74535-D9BA-4924-A1E8-933C09726815}" srcId="{5B44B128-BCEE-4683-A3C9-9409030A18A7}" destId="{58E9CF36-FFFA-4893-A0AE-32170FD656B7}" srcOrd="2" destOrd="0" parTransId="{972ABF6D-2412-414B-A5A9-A8416FB512D6}" sibTransId="{9630C345-FABB-4023-B462-C3089B505D73}"/>
    <dgm:cxn modelId="{6A70573A-CCE4-4637-AFFA-D9AE8595256D}" type="presOf" srcId="{03DAAD86-F405-4CE3-83F5-8E28E09495DE}" destId="{02AB8C99-B59D-4C76-A114-7F342B340795}" srcOrd="1" destOrd="0" presId="urn:microsoft.com/office/officeart/2005/8/layout/orgChart1"/>
    <dgm:cxn modelId="{595DE165-99C9-411B-9500-58836E6F5CB5}" type="presOf" srcId="{FF923FDF-3145-4F58-AE1C-9DB41A15F911}" destId="{ACBF1364-7F69-4A49-BB27-41617CA7F227}" srcOrd="0" destOrd="0" presId="urn:microsoft.com/office/officeart/2005/8/layout/orgChart1"/>
    <dgm:cxn modelId="{BD35F969-D370-44BC-A6C7-B7AE30566062}" srcId="{757724A0-F86E-42DB-B5EA-79897B717B12}" destId="{5B44B128-BCEE-4683-A3C9-9409030A18A7}" srcOrd="0" destOrd="0" parTransId="{738121D3-7F71-4A0A-916C-65F32DB5C292}" sibTransId="{2C716261-1FE8-41C1-B48B-8651A93AE3C4}"/>
    <dgm:cxn modelId="{104DA74B-05C1-4830-B11F-7FDF70EED10E}" type="presOf" srcId="{972ABF6D-2412-414B-A5A9-A8416FB512D6}" destId="{B6F0F037-F145-48CF-A61A-5FB11D488852}" srcOrd="0" destOrd="0" presId="urn:microsoft.com/office/officeart/2005/8/layout/orgChart1"/>
    <dgm:cxn modelId="{AF543851-0573-4590-B11B-3A4CC6CE04AD}" type="presOf" srcId="{411B4C44-FABD-4A25-AD4C-FDF5959F1FF3}" destId="{5EE997E1-4264-4AC6-A8F4-BEEEC1D0CAA8}" srcOrd="1" destOrd="0" presId="urn:microsoft.com/office/officeart/2005/8/layout/orgChart1"/>
    <dgm:cxn modelId="{A0B1668B-582F-4A38-8520-005B6A55BC64}" type="presOf" srcId="{411B4C44-FABD-4A25-AD4C-FDF5959F1FF3}" destId="{905F0BAB-3BC9-4AB5-9297-999D36332F8C}" srcOrd="0" destOrd="0" presId="urn:microsoft.com/office/officeart/2005/8/layout/orgChart1"/>
    <dgm:cxn modelId="{69631FAF-652E-4D23-B8C7-D4DE816EA087}" type="presOf" srcId="{8D6BA572-17E8-47BA-9C33-8E08C8A95A63}" destId="{BB28495C-A803-4C84-A9A3-5A52A40876E9}" srcOrd="0" destOrd="0" presId="urn:microsoft.com/office/officeart/2005/8/layout/orgChart1"/>
    <dgm:cxn modelId="{C8F84ABD-4815-489D-9718-22DAD3D74625}" type="presOf" srcId="{5B44B128-BCEE-4683-A3C9-9409030A18A7}" destId="{6A4731B3-ECBB-4B5B-ADD5-050A1799D2C0}" srcOrd="0" destOrd="0" presId="urn:microsoft.com/office/officeart/2005/8/layout/orgChart1"/>
    <dgm:cxn modelId="{926717E6-8EA4-4611-888C-7C81F483203C}" srcId="{5B44B128-BCEE-4683-A3C9-9409030A18A7}" destId="{411B4C44-FABD-4A25-AD4C-FDF5959F1FF3}" srcOrd="0" destOrd="0" parTransId="{8D6BA572-17E8-47BA-9C33-8E08C8A95A63}" sibTransId="{888A2A05-40AA-43E2-AE16-0B67187376CD}"/>
    <dgm:cxn modelId="{014DD2EF-C02D-4B77-B0D9-AC4C9B165EA7}" type="presOf" srcId="{58E9CF36-FFFA-4893-A0AE-32170FD656B7}" destId="{E5044448-F70F-492C-9971-4F50DF9565AF}" srcOrd="1" destOrd="0" presId="urn:microsoft.com/office/officeart/2005/8/layout/orgChart1"/>
    <dgm:cxn modelId="{7475EFF1-1E9D-4A51-B9F6-89CDAED9E4EB}" type="presOf" srcId="{813EE53B-2325-4A0C-B8AD-5F8F38AB6807}" destId="{50654719-1779-4AE8-BEBC-FB8C2DF818A8}" srcOrd="1" destOrd="0" presId="urn:microsoft.com/office/officeart/2005/8/layout/orgChart1"/>
    <dgm:cxn modelId="{C125C9F6-64F9-4378-8F6A-4D4F1EFB950C}" type="presOf" srcId="{03DAAD86-F405-4CE3-83F5-8E28E09495DE}" destId="{885ED8C4-82CA-4905-8577-CA72C485B9B2}" srcOrd="0" destOrd="0" presId="urn:microsoft.com/office/officeart/2005/8/layout/orgChart1"/>
    <dgm:cxn modelId="{07674616-03AF-4216-BB64-FDEBF8F71658}" type="presParOf" srcId="{3E164547-2924-4E9F-852D-B8E6ECCB2D36}" destId="{3B8C3AFB-9726-4017-939E-9996C527D24D}" srcOrd="0" destOrd="0" presId="urn:microsoft.com/office/officeart/2005/8/layout/orgChart1"/>
    <dgm:cxn modelId="{D16B0E27-DD11-46FF-BCA8-DBB2B55BDF4D}" type="presParOf" srcId="{3B8C3AFB-9726-4017-939E-9996C527D24D}" destId="{A4B815E9-97BD-478F-B9D4-4814D702A4C2}" srcOrd="0" destOrd="0" presId="urn:microsoft.com/office/officeart/2005/8/layout/orgChart1"/>
    <dgm:cxn modelId="{1C3CCAB5-1F90-451E-B274-DB8C0CE0E511}" type="presParOf" srcId="{A4B815E9-97BD-478F-B9D4-4814D702A4C2}" destId="{6A4731B3-ECBB-4B5B-ADD5-050A1799D2C0}" srcOrd="0" destOrd="0" presId="urn:microsoft.com/office/officeart/2005/8/layout/orgChart1"/>
    <dgm:cxn modelId="{04A80FC3-D368-4EED-BAC2-0A7036786864}" type="presParOf" srcId="{A4B815E9-97BD-478F-B9D4-4814D702A4C2}" destId="{E1809DC1-F91F-4A8B-B4C9-C222FB8ADC9B}" srcOrd="1" destOrd="0" presId="urn:microsoft.com/office/officeart/2005/8/layout/orgChart1"/>
    <dgm:cxn modelId="{43EE6961-7D7E-483F-A716-18703B0C1956}" type="presParOf" srcId="{3B8C3AFB-9726-4017-939E-9996C527D24D}" destId="{DB5987F1-448E-4743-9466-A8FDDF2EBE70}" srcOrd="1" destOrd="0" presId="urn:microsoft.com/office/officeart/2005/8/layout/orgChart1"/>
    <dgm:cxn modelId="{4B712BBD-0614-4710-8AA6-2FFD2A036A5F}" type="presParOf" srcId="{DB5987F1-448E-4743-9466-A8FDDF2EBE70}" destId="{ACBF1364-7F69-4A49-BB27-41617CA7F227}" srcOrd="0" destOrd="0" presId="urn:microsoft.com/office/officeart/2005/8/layout/orgChart1"/>
    <dgm:cxn modelId="{A61846ED-7904-466F-ACD1-6228E2AA1A87}" type="presParOf" srcId="{DB5987F1-448E-4743-9466-A8FDDF2EBE70}" destId="{BD2A5B37-8931-4345-B6C4-4AB61D7801C7}" srcOrd="1" destOrd="0" presId="urn:microsoft.com/office/officeart/2005/8/layout/orgChart1"/>
    <dgm:cxn modelId="{381F72E3-5842-4ED3-8278-38E9E043735E}" type="presParOf" srcId="{BD2A5B37-8931-4345-B6C4-4AB61D7801C7}" destId="{D24D5DA1-FFF0-40B4-B8CA-6D407EDEDBBE}" srcOrd="0" destOrd="0" presId="urn:microsoft.com/office/officeart/2005/8/layout/orgChart1"/>
    <dgm:cxn modelId="{5DF798CD-F80F-4E63-A777-52F920DDC2D9}" type="presParOf" srcId="{D24D5DA1-FFF0-40B4-B8CA-6D407EDEDBBE}" destId="{01C26EAD-DE7C-431C-897F-1F577C9765D9}" srcOrd="0" destOrd="0" presId="urn:microsoft.com/office/officeart/2005/8/layout/orgChart1"/>
    <dgm:cxn modelId="{948504D2-C6FD-4C06-BCDF-51683924B63F}" type="presParOf" srcId="{D24D5DA1-FFF0-40B4-B8CA-6D407EDEDBBE}" destId="{50654719-1779-4AE8-BEBC-FB8C2DF818A8}" srcOrd="1" destOrd="0" presId="urn:microsoft.com/office/officeart/2005/8/layout/orgChart1"/>
    <dgm:cxn modelId="{18DAC740-F129-42F7-B9F4-20968EB02521}" type="presParOf" srcId="{BD2A5B37-8931-4345-B6C4-4AB61D7801C7}" destId="{BFFA9701-7539-4DA1-B7C5-4717D3420BAB}" srcOrd="1" destOrd="0" presId="urn:microsoft.com/office/officeart/2005/8/layout/orgChart1"/>
    <dgm:cxn modelId="{4C08CFE9-BBDE-4A1D-B9CB-3A64BEF3441A}" type="presParOf" srcId="{BD2A5B37-8931-4345-B6C4-4AB61D7801C7}" destId="{77E0C55D-1E1D-4C18-9596-0C7853AB3F24}" srcOrd="2" destOrd="0" presId="urn:microsoft.com/office/officeart/2005/8/layout/orgChart1"/>
    <dgm:cxn modelId="{82F91CF7-EF6A-46D2-9A1B-F3F38BCA1E71}" type="presParOf" srcId="{DB5987F1-448E-4743-9466-A8FDDF2EBE70}" destId="{B6F0F037-F145-48CF-A61A-5FB11D488852}" srcOrd="2" destOrd="0" presId="urn:microsoft.com/office/officeart/2005/8/layout/orgChart1"/>
    <dgm:cxn modelId="{08CA052F-BC52-4223-A197-BEBF3EB1A7F3}" type="presParOf" srcId="{DB5987F1-448E-4743-9466-A8FDDF2EBE70}" destId="{0BD3C6F0-7C07-4389-AB93-119080A71E00}" srcOrd="3" destOrd="0" presId="urn:microsoft.com/office/officeart/2005/8/layout/orgChart1"/>
    <dgm:cxn modelId="{513F8612-D666-4EF4-8B58-076ACFA5E959}" type="presParOf" srcId="{0BD3C6F0-7C07-4389-AB93-119080A71E00}" destId="{21DC495A-968B-4CB7-8F91-750580F9BE25}" srcOrd="0" destOrd="0" presId="urn:microsoft.com/office/officeart/2005/8/layout/orgChart1"/>
    <dgm:cxn modelId="{A1C6A5A3-0102-47DD-A0F8-28E027A6C6CA}" type="presParOf" srcId="{21DC495A-968B-4CB7-8F91-750580F9BE25}" destId="{4F6C00DA-C38F-478F-806C-F6CFCFDB47BA}" srcOrd="0" destOrd="0" presId="urn:microsoft.com/office/officeart/2005/8/layout/orgChart1"/>
    <dgm:cxn modelId="{FD712B8F-AB6F-40CE-B69A-EFD59EF0F7EC}" type="presParOf" srcId="{21DC495A-968B-4CB7-8F91-750580F9BE25}" destId="{E5044448-F70F-492C-9971-4F50DF9565AF}" srcOrd="1" destOrd="0" presId="urn:microsoft.com/office/officeart/2005/8/layout/orgChart1"/>
    <dgm:cxn modelId="{2D228D58-7F6E-49E1-9B65-A4844265CBDB}" type="presParOf" srcId="{0BD3C6F0-7C07-4389-AB93-119080A71E00}" destId="{6AF2BF77-0A94-4D92-8990-5DBD2BE20759}" srcOrd="1" destOrd="0" presId="urn:microsoft.com/office/officeart/2005/8/layout/orgChart1"/>
    <dgm:cxn modelId="{6818DE25-2E59-46B5-A0D0-2D14E329755F}" type="presParOf" srcId="{0BD3C6F0-7C07-4389-AB93-119080A71E00}" destId="{29DC2428-58E9-423A-89C9-673CC2EB6C20}" srcOrd="2" destOrd="0" presId="urn:microsoft.com/office/officeart/2005/8/layout/orgChart1"/>
    <dgm:cxn modelId="{0D65D0D1-9568-4BBF-9438-1D9371EC278F}" type="presParOf" srcId="{DB5987F1-448E-4743-9466-A8FDDF2EBE70}" destId="{FBF22A0C-B6C2-4D2A-BF62-4BF29480E4E3}" srcOrd="4" destOrd="0" presId="urn:microsoft.com/office/officeart/2005/8/layout/orgChart1"/>
    <dgm:cxn modelId="{F7578DAD-1D52-44E8-BAB0-B0921F2F04B3}" type="presParOf" srcId="{DB5987F1-448E-4743-9466-A8FDDF2EBE70}" destId="{84A3247A-434F-48B1-AEBB-4831FA70ECFB}" srcOrd="5" destOrd="0" presId="urn:microsoft.com/office/officeart/2005/8/layout/orgChart1"/>
    <dgm:cxn modelId="{642AB666-08F7-4294-823E-10E5C84775F8}" type="presParOf" srcId="{84A3247A-434F-48B1-AEBB-4831FA70ECFB}" destId="{2313704D-28CB-4EA5-9E8F-856B3F7C1CCD}" srcOrd="0" destOrd="0" presId="urn:microsoft.com/office/officeart/2005/8/layout/orgChart1"/>
    <dgm:cxn modelId="{C0D89CE5-6AB3-47F9-9DDF-22681E43C8FA}" type="presParOf" srcId="{2313704D-28CB-4EA5-9E8F-856B3F7C1CCD}" destId="{885ED8C4-82CA-4905-8577-CA72C485B9B2}" srcOrd="0" destOrd="0" presId="urn:microsoft.com/office/officeart/2005/8/layout/orgChart1"/>
    <dgm:cxn modelId="{3194AC1B-3B8D-4BE1-9681-7E45056E5B4D}" type="presParOf" srcId="{2313704D-28CB-4EA5-9E8F-856B3F7C1CCD}" destId="{02AB8C99-B59D-4C76-A114-7F342B340795}" srcOrd="1" destOrd="0" presId="urn:microsoft.com/office/officeart/2005/8/layout/orgChart1"/>
    <dgm:cxn modelId="{8672828B-BF74-4630-8778-1BF7D9F3F987}" type="presParOf" srcId="{84A3247A-434F-48B1-AEBB-4831FA70ECFB}" destId="{7C1866E6-8B6D-45D9-B638-55E8F24E8E2A}" srcOrd="1" destOrd="0" presId="urn:microsoft.com/office/officeart/2005/8/layout/orgChart1"/>
    <dgm:cxn modelId="{1C01D02D-1D1A-4C94-BD7E-E2D04D4D3388}" type="presParOf" srcId="{84A3247A-434F-48B1-AEBB-4831FA70ECFB}" destId="{A2C80B64-4072-4B16-954F-969ACD8335CC}" srcOrd="2" destOrd="0" presId="urn:microsoft.com/office/officeart/2005/8/layout/orgChart1"/>
    <dgm:cxn modelId="{AE77B079-5356-4A91-A35B-5892E466366B}" type="presParOf" srcId="{3B8C3AFB-9726-4017-939E-9996C527D24D}" destId="{4C96ABBA-69B0-4A52-BFE0-FB4CBAE21A14}" srcOrd="2" destOrd="0" presId="urn:microsoft.com/office/officeart/2005/8/layout/orgChart1"/>
    <dgm:cxn modelId="{DE49C285-A188-4800-8C46-45135E4A0691}" type="presParOf" srcId="{4C96ABBA-69B0-4A52-BFE0-FB4CBAE21A14}" destId="{BB28495C-A803-4C84-A9A3-5A52A40876E9}" srcOrd="0" destOrd="0" presId="urn:microsoft.com/office/officeart/2005/8/layout/orgChart1"/>
    <dgm:cxn modelId="{AEAF2AA9-2212-43EC-A82A-88A5013616BB}" type="presParOf" srcId="{4C96ABBA-69B0-4A52-BFE0-FB4CBAE21A14}" destId="{6D2512A8-EFF1-4EEF-873E-F2E690EBA43C}" srcOrd="1" destOrd="0" presId="urn:microsoft.com/office/officeart/2005/8/layout/orgChart1"/>
    <dgm:cxn modelId="{F112218C-D8A4-494E-815F-963733EB894B}" type="presParOf" srcId="{6D2512A8-EFF1-4EEF-873E-F2E690EBA43C}" destId="{FF225AEE-2685-4754-89D4-95FE235DD7D2}" srcOrd="0" destOrd="0" presId="urn:microsoft.com/office/officeart/2005/8/layout/orgChart1"/>
    <dgm:cxn modelId="{E6B29865-B9CC-40C8-877D-2315D7455DC3}" type="presParOf" srcId="{FF225AEE-2685-4754-89D4-95FE235DD7D2}" destId="{905F0BAB-3BC9-4AB5-9297-999D36332F8C}" srcOrd="0" destOrd="0" presId="urn:microsoft.com/office/officeart/2005/8/layout/orgChart1"/>
    <dgm:cxn modelId="{F0185724-05EA-4201-A0C6-87121E52B0D9}" type="presParOf" srcId="{FF225AEE-2685-4754-89D4-95FE235DD7D2}" destId="{5EE997E1-4264-4AC6-A8F4-BEEEC1D0CAA8}" srcOrd="1" destOrd="0" presId="urn:microsoft.com/office/officeart/2005/8/layout/orgChart1"/>
    <dgm:cxn modelId="{30309C50-EF49-4089-980E-F7F1A1B8F186}" type="presParOf" srcId="{6D2512A8-EFF1-4EEF-873E-F2E690EBA43C}" destId="{20C930B8-D909-4C2A-830F-6A220F695576}" srcOrd="1" destOrd="0" presId="urn:microsoft.com/office/officeart/2005/8/layout/orgChart1"/>
    <dgm:cxn modelId="{322B22C5-92F8-4444-B348-0BEA02163779}" type="presParOf" srcId="{6D2512A8-EFF1-4EEF-873E-F2E690EBA43C}" destId="{F32575F6-B129-4720-9C90-55E7FCCE128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28495C-A803-4C84-A9A3-5A52A40876E9}">
      <dsp:nvSpPr>
        <dsp:cNvPr id="0" name=""/>
        <dsp:cNvSpPr/>
      </dsp:nvSpPr>
      <dsp:spPr>
        <a:xfrm>
          <a:off x="4613839" y="899677"/>
          <a:ext cx="188347" cy="825141"/>
        </a:xfrm>
        <a:custGeom>
          <a:avLst/>
          <a:gdLst/>
          <a:ahLst/>
          <a:cxnLst/>
          <a:rect l="0" t="0" r="0" b="0"/>
          <a:pathLst>
            <a:path>
              <a:moveTo>
                <a:pt x="188347" y="0"/>
              </a:moveTo>
              <a:lnTo>
                <a:pt x="188347" y="825141"/>
              </a:lnTo>
              <a:lnTo>
                <a:pt x="0" y="82514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F22A0C-B6C2-4D2A-BF62-4BF29480E4E3}">
      <dsp:nvSpPr>
        <dsp:cNvPr id="0" name=""/>
        <dsp:cNvSpPr/>
      </dsp:nvSpPr>
      <dsp:spPr>
        <a:xfrm>
          <a:off x="4802187" y="899677"/>
          <a:ext cx="2170480" cy="16502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1935"/>
              </a:lnTo>
              <a:lnTo>
                <a:pt x="2170480" y="1461935"/>
              </a:lnTo>
              <a:lnTo>
                <a:pt x="2170480" y="165028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F0F037-F145-48CF-A61A-5FB11D488852}">
      <dsp:nvSpPr>
        <dsp:cNvPr id="0" name=""/>
        <dsp:cNvSpPr/>
      </dsp:nvSpPr>
      <dsp:spPr>
        <a:xfrm>
          <a:off x="4756467" y="899677"/>
          <a:ext cx="91440" cy="16502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5028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BF1364-7F69-4A49-BB27-41617CA7F227}">
      <dsp:nvSpPr>
        <dsp:cNvPr id="0" name=""/>
        <dsp:cNvSpPr/>
      </dsp:nvSpPr>
      <dsp:spPr>
        <a:xfrm>
          <a:off x="2631706" y="899677"/>
          <a:ext cx="2170480" cy="1650282"/>
        </a:xfrm>
        <a:custGeom>
          <a:avLst/>
          <a:gdLst/>
          <a:ahLst/>
          <a:cxnLst/>
          <a:rect l="0" t="0" r="0" b="0"/>
          <a:pathLst>
            <a:path>
              <a:moveTo>
                <a:pt x="2170480" y="0"/>
              </a:moveTo>
              <a:lnTo>
                <a:pt x="2170480" y="1461935"/>
              </a:lnTo>
              <a:lnTo>
                <a:pt x="0" y="1461935"/>
              </a:lnTo>
              <a:lnTo>
                <a:pt x="0" y="165028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4731B3-ECBB-4B5B-ADD5-050A1799D2C0}">
      <dsp:nvSpPr>
        <dsp:cNvPr id="0" name=""/>
        <dsp:cNvSpPr/>
      </dsp:nvSpPr>
      <dsp:spPr>
        <a:xfrm>
          <a:off x="3905294" y="2784"/>
          <a:ext cx="1793785" cy="896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Data Collecting</a:t>
          </a:r>
        </a:p>
      </dsp:txBody>
      <dsp:txXfrm>
        <a:off x="3905294" y="2784"/>
        <a:ext cx="1793785" cy="896892"/>
      </dsp:txXfrm>
    </dsp:sp>
    <dsp:sp modelId="{01C26EAD-DE7C-431C-897F-1F577C9765D9}">
      <dsp:nvSpPr>
        <dsp:cNvPr id="0" name=""/>
        <dsp:cNvSpPr/>
      </dsp:nvSpPr>
      <dsp:spPr>
        <a:xfrm>
          <a:off x="1734813" y="2549960"/>
          <a:ext cx="1793785" cy="896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Machine Learning</a:t>
          </a:r>
        </a:p>
      </dsp:txBody>
      <dsp:txXfrm>
        <a:off x="1734813" y="2549960"/>
        <a:ext cx="1793785" cy="896892"/>
      </dsp:txXfrm>
    </dsp:sp>
    <dsp:sp modelId="{4F6C00DA-C38F-478F-806C-F6CFCFDB47BA}">
      <dsp:nvSpPr>
        <dsp:cNvPr id="0" name=""/>
        <dsp:cNvSpPr/>
      </dsp:nvSpPr>
      <dsp:spPr>
        <a:xfrm>
          <a:off x="3905294" y="2549960"/>
          <a:ext cx="1793785" cy="896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Decision Making</a:t>
          </a:r>
        </a:p>
      </dsp:txBody>
      <dsp:txXfrm>
        <a:off x="3905294" y="2549960"/>
        <a:ext cx="1793785" cy="896892"/>
      </dsp:txXfrm>
    </dsp:sp>
    <dsp:sp modelId="{885ED8C4-82CA-4905-8577-CA72C485B9B2}">
      <dsp:nvSpPr>
        <dsp:cNvPr id="0" name=""/>
        <dsp:cNvSpPr/>
      </dsp:nvSpPr>
      <dsp:spPr>
        <a:xfrm>
          <a:off x="6075775" y="2549960"/>
          <a:ext cx="1793785" cy="896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500" kern="1200" dirty="0"/>
            <a:t>Continuous Improvement</a:t>
          </a:r>
        </a:p>
      </dsp:txBody>
      <dsp:txXfrm>
        <a:off x="6075775" y="2549960"/>
        <a:ext cx="1793785" cy="896892"/>
      </dsp:txXfrm>
    </dsp:sp>
    <dsp:sp modelId="{905F0BAB-3BC9-4AB5-9297-999D36332F8C}">
      <dsp:nvSpPr>
        <dsp:cNvPr id="0" name=""/>
        <dsp:cNvSpPr/>
      </dsp:nvSpPr>
      <dsp:spPr>
        <a:xfrm>
          <a:off x="2820054" y="1276372"/>
          <a:ext cx="1793785" cy="8968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Data Processing</a:t>
          </a:r>
        </a:p>
      </dsp:txBody>
      <dsp:txXfrm>
        <a:off x="2820054" y="1276372"/>
        <a:ext cx="1793785" cy="8968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95A27-1BE8-4BE2-ABA3-E44AD78B0D7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1370C-C1C3-44BA-906C-1CFEBA362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10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1370C-C1C3-44BA-906C-1CFEBA362A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47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E979-C95A-4E4E-ABE4-CE56BFE3007E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807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E5146-ADEC-4B2E-8ADB-CF78268334D1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19386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F78E8-0AD3-4682-B761-D4188BA1BEAB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33807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6D730-9C40-48D8-85F6-A2A5DDCC4147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76757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C9883-745C-471D-85BF-70F32D47AB42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76834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37050-E14B-49B4-A09E-F25AE78275F2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98285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218A0-937E-4ADF-B6A7-F9F720661F1E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51597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9A5F-3354-4C50-B882-8463BC39713D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951034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61C33B0-FC85-4A55-B335-E5906B21B28A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58037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B592-9761-4570-9EB3-A33AA3D4498C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72147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4B05-A654-4F95-8438-72428DFBB5AD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103192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93A6-9DFD-0D22-9496-6803DB083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175B-377B-FC9A-1AD4-2FF14005B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FC73F-E471-D9B7-41BC-A1422AC2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D5AB-202E-4105-87BE-1FEB1B227747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31CE6-1B48-E382-28D4-A8064914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47BCE-08B4-71E9-60EF-0BA16451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8801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2128-251F-EE55-AC9D-FB9E08D9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C0E8C-4CD1-4180-8833-B69616556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6EA9D-1B3C-0D4A-E35F-B8D7F56A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CC0B-99C7-4140-9E0F-1E9166CE5A68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5CB5D-AFAD-7F40-8F50-0DE3BFC16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ECAA-006B-A483-B8D7-33117336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84262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5B89-7921-93C8-947F-A0504C38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17332-F00D-A7A4-D813-7A337F49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C962F-871A-62E7-A30F-2F92CEB6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F4219-0749-4FDD-AB65-546CEEAFD903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F4DA4-751E-25D7-E2EC-F7DAC129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D3B64-AA77-B3F1-80F8-641E0352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1379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7A3E-6B8F-0DD6-3522-3F647054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1CA2C-6B9E-98CA-04E2-8340D7830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518C8-8252-8172-39BD-A57F0C46E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42A17-5668-73ED-2CB0-B3AA69199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14C0-19E2-4E13-AC4D-44B57ED260E8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8A169-2172-2F2B-2C37-841B5D35F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D93C9-A656-6571-8A77-1092FB4D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48343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C0F8-7708-BC6C-BE86-A957851AA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333B7-6F41-2FC0-E5A7-8FA704DD3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56361-9A42-92D7-A807-26C65FD2F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B5CF7-CBA8-BC92-BD27-B7F85F07C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C4542-C86E-7530-6071-D004BF733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52C07-F228-CAB8-194D-35A1F42AA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CA095-10C2-46E0-A5FD-91DBF732B05C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5F999-0A33-19D2-D59C-A0A659592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68F2-B156-70CE-3614-A5082D399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2157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AFFF-6324-FAC2-4002-D27B90BC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D5CD5-4BBB-038E-55D9-EA126ECB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B8E0B-1264-487C-AED1-7A2FB4FA7990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F12E6-06D3-85BC-984B-C71313C8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EA717-1FF9-FA9F-365C-713E1050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84213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F3961-1532-77F5-4DBE-4964A285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CFAF9-3AFA-4642-9858-7F0632054358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9C32A-97A1-3D86-0F97-B575D75E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EB6D6-DC3C-1A3D-5335-2DD6604F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38674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732C-9F2A-B567-1E04-D3D54CA31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96EC2-64FE-2E9C-621B-C7CAD12B3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A0A5F-23F2-0758-B09E-5D8169B20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4FCFB-316B-CF76-7AC1-B107F6A4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A72B-182A-4188-9EF7-990E12C81031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C5F0E-E352-AEB5-1C52-83BD40C6F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5B461-71BB-3E0C-A00D-EE690408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5372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6661-AFD8-8303-A0B4-BBF32EF2F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077E7C-28AA-CF98-773A-42D6AF130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461DC-6527-F010-A73C-69A41E982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D4A8B-E046-65A0-0C20-C26BEB274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2FA2-7A16-4AB5-A774-BF4B30709A1C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3D6C9-92A9-6888-C6E4-1B71AFF5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FFDF5-D79E-FD04-67D4-BBD31597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70451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F9974-C5CD-AE0E-9184-F93DB15C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24419-AF9C-39C6-6CF8-7AC67BC96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12CE3-EF04-CB41-8AF7-6F3E25C3E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4704-F440-4A3B-9CBC-28C48519F684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C6E8F-3ABE-E4C9-35FF-C1BB8490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E1F9D-5456-DA87-574A-C0629D8C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95072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9F5F7-3DB8-54D8-237B-90CADAC3E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E73E0-6569-411D-DF45-4EBDA8149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25916-F9A8-B741-1847-F9D7902E1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94062-C65A-4703-8689-AC3E0536A8FF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D3351-6849-F505-4A62-443ED4F9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28635-43F4-90D3-41E5-8151AEE96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9201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C2836-7222-46DD-82D3-BEE7E7AC8C8E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6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EF78F-E801-86C6-60C7-9AE44C28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D541D-6765-121B-8D72-0E8BB2EAB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7B706-47CE-E319-EAAE-B2CEA0333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AAA9B-9005-493E-9068-C054C9179891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82D1B-444D-4D50-ABB9-E2192314A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9FFAF-00DB-018E-F950-588FE1DC6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7F417-27E3-4FD5-8C6A-B290AC0B8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33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CC57-31BC-32B9-7CED-BFE7078612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a-GE" dirty="0"/>
              <a:t>პრეზენტაცია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84A55-5CE8-796A-72E7-D21FBDA8D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a-GE" dirty="0"/>
              <a:t>საბა აბუთიძე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32657-FC25-D8B2-0546-C92DB5606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5CAAB-F1F4-4C13-8BDD-D729982D89AD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475F9-2B5F-BF55-2BFB-97C105E7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8883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1E51F-FDF7-CCF3-076B-36C19C83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E6EE4-2A6D-A1D7-0ECA-82237EDB5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AI, or artificial intelligence, is the simulation of human intelligence in machines that are programmed to think and learn like humans. It involves systems that can perform tasks like problem-solving, decision-making, understanding language, and recognizing patterns. </a:t>
            </a:r>
          </a:p>
          <a:p>
            <a:pPr algn="just"/>
            <a:r>
              <a:rPr lang="en-GB" dirty="0"/>
              <a:t>AI systems learn from data to perform tasks, adapt to new information, and improve their performance over time without explicit programming for every scenario.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9308E-0562-7DFA-6AEC-F4F8A6EC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8F77-EAA4-4D0A-B6F7-D38AAA508390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DF695-FA6C-7D0F-3100-838F2B0D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9840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C302A-F5DB-8DB3-246E-61AABA2B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aspects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E554B-E190-45FE-BF97-EFDE7EFAB0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Learning: AI systems can learn from data, a process often called machine learning, allowing them to improve their performance without being explicitly programmed for each task. </a:t>
            </a:r>
          </a:p>
          <a:p>
            <a:r>
              <a:rPr lang="en-GB" dirty="0"/>
              <a:t>Reasoning and problem-solving: AI can </a:t>
            </a:r>
            <a:r>
              <a:rPr lang="en-GB" dirty="0" err="1"/>
              <a:t>analyze</a:t>
            </a:r>
            <a:r>
              <a:rPr lang="en-GB" dirty="0"/>
              <a:t> complex problems and find solutions, which can include tasks like optimizing energy solutions or predicting financial outlooks. </a:t>
            </a:r>
            <a:endParaRPr lang="en-US" dirty="0"/>
          </a:p>
        </p:txBody>
      </p:sp>
      <p:pic>
        <p:nvPicPr>
          <p:cNvPr id="1026" name="Picture 2" descr="Artificial Intelligence (AI): What It Is, How It Works ...">
            <a:extLst>
              <a:ext uri="{FF2B5EF4-FFF2-40B4-BE49-F238E27FC236}">
                <a16:creationId xmlns:a16="http://schemas.microsoft.com/office/drawing/2014/main" id="{A4F2E65A-6CBF-DA21-0C5B-18F0BC6F234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3500" y="2122748"/>
            <a:ext cx="4645025" cy="323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04257-0144-7750-720B-E6CE066E5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34675-1F75-46C4-A4CC-AE9BB94C1C42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E7B96-523E-FD2B-1971-6B16A94C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8213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1B23-418B-E81F-8B57-3CAB8A38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aspects of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8D4CF-4897-3C60-D9D6-F93C24ED6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Perception</a:t>
            </a:r>
          </a:p>
        </p:txBody>
      </p:sp>
      <p:pic>
        <p:nvPicPr>
          <p:cNvPr id="2050" name="Picture 2" descr="Artificial Intelligence (AI): What It Is, How It Works ...">
            <a:extLst>
              <a:ext uri="{FF2B5EF4-FFF2-40B4-BE49-F238E27FC236}">
                <a16:creationId xmlns:a16="http://schemas.microsoft.com/office/drawing/2014/main" id="{BFC8A02C-C22B-7448-4292-5801999D592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2187" y="2824163"/>
            <a:ext cx="3916251" cy="264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A028D0-6CCA-7E00-5524-802FB885A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Decision-making</a:t>
            </a:r>
          </a:p>
        </p:txBody>
      </p:sp>
      <p:pic>
        <p:nvPicPr>
          <p:cNvPr id="2052" name="Picture 4" descr="Explore Real-World Applications of Artificial Intelligence">
            <a:extLst>
              <a:ext uri="{FF2B5EF4-FFF2-40B4-BE49-F238E27FC236}">
                <a16:creationId xmlns:a16="http://schemas.microsoft.com/office/drawing/2014/main" id="{1CC051DC-F481-5711-A6FD-7EDD8BE44B07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4738" y="3268663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9FC07-8C47-31C3-07B2-84CE48697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18E4-1254-4F6C-AFE8-7151903D8E50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CB695-37A3-BE04-C799-3ACC4C933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1125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2D6A-E90C-2AD8-679B-A746EEFEA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3AA593-310F-439D-C2B6-1812CA723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372521"/>
              </p:ext>
            </p:extLst>
          </p:nvPr>
        </p:nvGraphicFramePr>
        <p:xfrm>
          <a:off x="1450975" y="2016125"/>
          <a:ext cx="960437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457">
                  <a:extLst>
                    <a:ext uri="{9D8B030D-6E8A-4147-A177-3AD203B41FA5}">
                      <a16:colId xmlns:a16="http://schemas.microsoft.com/office/drawing/2014/main" val="3600611297"/>
                    </a:ext>
                  </a:extLst>
                </a:gridCol>
                <a:gridCol w="3201457">
                  <a:extLst>
                    <a:ext uri="{9D8B030D-6E8A-4147-A177-3AD203B41FA5}">
                      <a16:colId xmlns:a16="http://schemas.microsoft.com/office/drawing/2014/main" val="1333132363"/>
                    </a:ext>
                  </a:extLst>
                </a:gridCol>
                <a:gridCol w="3201457">
                  <a:extLst>
                    <a:ext uri="{9D8B030D-6E8A-4147-A177-3AD203B41FA5}">
                      <a16:colId xmlns:a16="http://schemas.microsoft.com/office/drawing/2014/main" val="2523425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marL="83516" marR="835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marL="83516" marR="835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Examples</a:t>
                      </a:r>
                    </a:p>
                  </a:txBody>
                  <a:tcPr marL="83516" marR="83516" anchor="ctr"/>
                </a:tc>
                <a:extLst>
                  <a:ext uri="{0D108BD9-81ED-4DB2-BD59-A6C34878D82A}">
                    <a16:rowId xmlns:a16="http://schemas.microsoft.com/office/drawing/2014/main" val="134347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Narrow AI</a:t>
                      </a:r>
                      <a:endParaRPr lang="en-US" dirty="0"/>
                    </a:p>
                  </a:txBody>
                  <a:tcPr marL="83516" marR="835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Designed for a specific task</a:t>
                      </a:r>
                    </a:p>
                  </a:txBody>
                  <a:tcPr marL="83516" marR="835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Siri, ChatGPT, Google Translate</a:t>
                      </a:r>
                    </a:p>
                  </a:txBody>
                  <a:tcPr marL="83516" marR="83516"/>
                </a:tc>
                <a:extLst>
                  <a:ext uri="{0D108BD9-81ED-4DB2-BD59-A6C34878D82A}">
                    <a16:rowId xmlns:a16="http://schemas.microsoft.com/office/drawing/2014/main" val="69684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General AI</a:t>
                      </a:r>
                      <a:endParaRPr lang="en-US" dirty="0"/>
                    </a:p>
                  </a:txBody>
                  <a:tcPr marL="83516" marR="835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 perform any intellectual task like a human</a:t>
                      </a:r>
                    </a:p>
                  </a:txBody>
                  <a:tcPr marL="83516" marR="835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Still theoretical</a:t>
                      </a:r>
                    </a:p>
                  </a:txBody>
                  <a:tcPr marL="83516" marR="83516" anchor="ctr"/>
                </a:tc>
                <a:extLst>
                  <a:ext uri="{0D108BD9-81ED-4DB2-BD59-A6C34878D82A}">
                    <a16:rowId xmlns:a16="http://schemas.microsoft.com/office/drawing/2014/main" val="18463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Superintelligent AI</a:t>
                      </a:r>
                      <a:endParaRPr lang="en-US" dirty="0"/>
                    </a:p>
                  </a:txBody>
                  <a:tcPr marL="83516" marR="835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Exceeds human intelligence</a:t>
                      </a:r>
                    </a:p>
                  </a:txBody>
                  <a:tcPr marL="83516" marR="835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Only hypothetical</a:t>
                      </a:r>
                    </a:p>
                  </a:txBody>
                  <a:tcPr marL="83516" marR="83516" anchor="ctr"/>
                </a:tc>
                <a:extLst>
                  <a:ext uri="{0D108BD9-81ED-4DB2-BD59-A6C34878D82A}">
                    <a16:rowId xmlns:a16="http://schemas.microsoft.com/office/drawing/2014/main" val="2499530162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0A4531-4928-446B-E779-2595AD3F9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C24E-ED76-4E61-B299-9CEAD46AE50B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78853-7F6C-2F41-2311-447C13D9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0032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6029-A120-4C91-C62A-E9B5A78E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 SmartArt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534D5C5-6E7A-8741-56C4-73FA4938B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5349286"/>
              </p:ext>
            </p:extLst>
          </p:nvPr>
        </p:nvGraphicFramePr>
        <p:xfrm>
          <a:off x="1450975" y="2016125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AEF66-FC7C-1D40-3FAB-9E10C1BB3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7409-1424-44FD-8DBB-12C323B70BC5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2E38A-AE79-0311-0C14-8B1FB1889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9374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D56F-DF40-C93A-DC56-EB4997AE6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 Chart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6680BEB2-AF1A-F85C-5FCB-58BC8B542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4894723"/>
              </p:ext>
            </p:extLst>
          </p:nvPr>
        </p:nvGraphicFramePr>
        <p:xfrm>
          <a:off x="1450975" y="2016125"/>
          <a:ext cx="9604375" cy="3449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D80E90-87E9-4BF2-3F61-9AFF81F4F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B514-96FA-4316-853E-9D100ACE1C57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762A3-0AA3-302E-5C28-FC237F33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7</a:t>
            </a:fld>
            <a:endParaRPr lang="en-US"/>
          </a:p>
        </p:txBody>
      </p:sp>
      <p:sp>
        <p:nvSpPr>
          <p:cNvPr id="5" name="Action Button: Go Forward or Next 4">
            <a:hlinkClick r:id="" action="ppaction://hlinkshowjump?jump=nextslide" highlightClick="1"/>
            <a:hlinkHover r:id="" action="ppaction://hlinkshowjump?jump=nextslide"/>
            <a:extLst>
              <a:ext uri="{FF2B5EF4-FFF2-40B4-BE49-F238E27FC236}">
                <a16:creationId xmlns:a16="http://schemas.microsoft.com/office/drawing/2014/main" id="{C821CADC-F291-7F66-5655-1E107AB41C0C}"/>
              </a:ext>
            </a:extLst>
          </p:cNvPr>
          <p:cNvSpPr/>
          <p:nvPr/>
        </p:nvSpPr>
        <p:spPr>
          <a:xfrm>
            <a:off x="11054853" y="5583807"/>
            <a:ext cx="1040577" cy="30920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5249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0BA7-2505-CBBC-7F26-53BE30C1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a-GE" dirty="0"/>
              <a:t>სქემა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9F8D1-87F2-C3F0-6C68-FA36F9C2B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1A47267C-13A0-7E96-455A-36F938EBEBBF}"/>
              </a:ext>
            </a:extLst>
          </p:cNvPr>
          <p:cNvSpPr/>
          <p:nvPr/>
        </p:nvSpPr>
        <p:spPr>
          <a:xfrm>
            <a:off x="4771176" y="3424364"/>
            <a:ext cx="2145672" cy="1229118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Artificial Intelligence (AI)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1698E7D-91AE-5C50-5B34-62B6BEE2996C}"/>
              </a:ext>
            </a:extLst>
          </p:cNvPr>
          <p:cNvSpPr/>
          <p:nvPr/>
        </p:nvSpPr>
        <p:spPr>
          <a:xfrm>
            <a:off x="1964603" y="3681701"/>
            <a:ext cx="1367073" cy="6790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Machine Learning (ML)</a:t>
            </a:r>
            <a:endParaRPr lang="en-US" sz="11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22BF8C-2658-75D3-8BA6-4E1D028D0EF1}"/>
              </a:ext>
            </a:extLst>
          </p:cNvPr>
          <p:cNvSpPr/>
          <p:nvPr/>
        </p:nvSpPr>
        <p:spPr>
          <a:xfrm>
            <a:off x="5160475" y="2240793"/>
            <a:ext cx="1367073" cy="6790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Deep Learning (DL)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4B1211-F001-3DB4-9EFE-7AFF383C5251}"/>
              </a:ext>
            </a:extLst>
          </p:cNvPr>
          <p:cNvSpPr/>
          <p:nvPr/>
        </p:nvSpPr>
        <p:spPr>
          <a:xfrm>
            <a:off x="8704154" y="3712729"/>
            <a:ext cx="1367073" cy="6790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Natural Language Processing (NLP)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B58962-C7AF-C15C-EEC0-B41E65341F54}"/>
              </a:ext>
            </a:extLst>
          </p:cNvPr>
          <p:cNvSpPr/>
          <p:nvPr/>
        </p:nvSpPr>
        <p:spPr>
          <a:xfrm>
            <a:off x="3259248" y="4867487"/>
            <a:ext cx="1367073" cy="6790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Computer Vision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EE2933-DAEB-D3D4-442C-265EF275ECB7}"/>
              </a:ext>
            </a:extLst>
          </p:cNvPr>
          <p:cNvSpPr/>
          <p:nvPr/>
        </p:nvSpPr>
        <p:spPr>
          <a:xfrm>
            <a:off x="7126963" y="4966926"/>
            <a:ext cx="1367073" cy="6790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Robotics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5873CB-F5B9-E853-C7E0-F6300C3B37DA}"/>
              </a:ext>
            </a:extLst>
          </p:cNvPr>
          <p:cNvCxnSpPr>
            <a:cxnSpLocks/>
            <a:stCxn id="5" idx="6"/>
            <a:endCxn id="4" idx="1"/>
          </p:cNvCxnSpPr>
          <p:nvPr/>
        </p:nvCxnSpPr>
        <p:spPr>
          <a:xfrm flipV="1">
            <a:off x="3331676" y="3893844"/>
            <a:ext cx="1439502" cy="127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8155CB-0032-E643-F538-5B9758554E06}"/>
              </a:ext>
            </a:extLst>
          </p:cNvPr>
          <p:cNvCxnSpPr>
            <a:cxnSpLocks/>
            <a:stCxn id="6" idx="4"/>
            <a:endCxn id="4" idx="0"/>
          </p:cNvCxnSpPr>
          <p:nvPr/>
        </p:nvCxnSpPr>
        <p:spPr>
          <a:xfrm>
            <a:off x="5844012" y="2919803"/>
            <a:ext cx="0" cy="5045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710DFF-7078-5378-5134-79120399CEDE}"/>
              </a:ext>
            </a:extLst>
          </p:cNvPr>
          <p:cNvCxnSpPr>
            <a:cxnSpLocks/>
            <a:stCxn id="7" idx="2"/>
            <a:endCxn id="4" idx="5"/>
          </p:cNvCxnSpPr>
          <p:nvPr/>
        </p:nvCxnSpPr>
        <p:spPr>
          <a:xfrm flipH="1" flipV="1">
            <a:off x="6916846" y="3893844"/>
            <a:ext cx="1787308" cy="1583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65FC6E-5D46-ABD9-66E2-1A6231EBE98B}"/>
              </a:ext>
            </a:extLst>
          </p:cNvPr>
          <p:cNvCxnSpPr>
            <a:cxnSpLocks/>
            <a:stCxn id="9" idx="1"/>
            <a:endCxn id="4" idx="4"/>
          </p:cNvCxnSpPr>
          <p:nvPr/>
        </p:nvCxnSpPr>
        <p:spPr>
          <a:xfrm flipH="1" flipV="1">
            <a:off x="6507060" y="4653479"/>
            <a:ext cx="820106" cy="412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CE16BF-226E-A419-0982-D8D86B660BAC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4441534" y="4653479"/>
            <a:ext cx="739430" cy="313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04396B7C-A697-353D-078C-4FD0EAAF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A45C-75ED-4813-98B8-FDD99E3E67EE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239DC5D-DAEA-67F8-D117-AB5277A9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6159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84F40-9073-D6EA-2686-83E4478BA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a-GE" dirty="0"/>
              <a:t>სქემა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6F6A7-F0FA-1EEA-C0FF-D43E86AB6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56E9B62-0101-9576-0602-B9E5FB96416E}"/>
              </a:ext>
            </a:extLst>
          </p:cNvPr>
          <p:cNvSpPr/>
          <p:nvPr/>
        </p:nvSpPr>
        <p:spPr>
          <a:xfrm>
            <a:off x="1249378" y="1991762"/>
            <a:ext cx="2118511" cy="923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68849E-8BD7-FB57-9666-5CABD7141CF7}"/>
              </a:ext>
            </a:extLst>
          </p:cNvPr>
          <p:cNvSpPr/>
          <p:nvPr/>
        </p:nvSpPr>
        <p:spPr>
          <a:xfrm>
            <a:off x="5036744" y="1991762"/>
            <a:ext cx="2118511" cy="923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A20DDB-48C8-F039-B89A-9B7BC04B3937}"/>
              </a:ext>
            </a:extLst>
          </p:cNvPr>
          <p:cNvSpPr/>
          <p:nvPr/>
        </p:nvSpPr>
        <p:spPr>
          <a:xfrm>
            <a:off x="8824111" y="1991762"/>
            <a:ext cx="2118511" cy="923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123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E918099-C3AA-1DF4-AB5D-89B900CE16DF}"/>
              </a:ext>
            </a:extLst>
          </p:cNvPr>
          <p:cNvSpPr/>
          <p:nvPr/>
        </p:nvSpPr>
        <p:spPr>
          <a:xfrm>
            <a:off x="2009870" y="3188069"/>
            <a:ext cx="597529" cy="13580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CB337A4D-8522-610F-0620-B05DA557D9BA}"/>
              </a:ext>
            </a:extLst>
          </p:cNvPr>
          <p:cNvSpPr/>
          <p:nvPr/>
        </p:nvSpPr>
        <p:spPr>
          <a:xfrm>
            <a:off x="5797234" y="3188069"/>
            <a:ext cx="597529" cy="13580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BE90AF2-50B0-E51D-0C17-D316C2AF9481}"/>
              </a:ext>
            </a:extLst>
          </p:cNvPr>
          <p:cNvSpPr/>
          <p:nvPr/>
        </p:nvSpPr>
        <p:spPr>
          <a:xfrm>
            <a:off x="9584601" y="3188069"/>
            <a:ext cx="597529" cy="13580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F9F5C64-67C1-9A72-F598-7F8A29D082D1}"/>
              </a:ext>
            </a:extLst>
          </p:cNvPr>
          <p:cNvSpPr/>
          <p:nvPr/>
        </p:nvSpPr>
        <p:spPr>
          <a:xfrm>
            <a:off x="3152113" y="5583808"/>
            <a:ext cx="1511929" cy="5185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5870797-854F-4FE1-1747-5E3592523EB6}"/>
              </a:ext>
            </a:extLst>
          </p:cNvPr>
          <p:cNvSpPr/>
          <p:nvPr/>
        </p:nvSpPr>
        <p:spPr>
          <a:xfrm>
            <a:off x="7312182" y="5583807"/>
            <a:ext cx="1511929" cy="5185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EF53D-2362-31FA-D022-66C3F5610227}"/>
              </a:ext>
            </a:extLst>
          </p:cNvPr>
          <p:cNvSpPr txBox="1"/>
          <p:nvPr/>
        </p:nvSpPr>
        <p:spPr>
          <a:xfrm>
            <a:off x="1887648" y="5658414"/>
            <a:ext cx="143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E3B9E5-7D24-E764-3544-41BBEA68CD80}"/>
              </a:ext>
            </a:extLst>
          </p:cNvPr>
          <p:cNvSpPr txBox="1"/>
          <p:nvPr/>
        </p:nvSpPr>
        <p:spPr>
          <a:xfrm>
            <a:off x="5715754" y="5639209"/>
            <a:ext cx="143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DFF35E-30B0-2CC8-0607-873FC8D3CDCE}"/>
              </a:ext>
            </a:extLst>
          </p:cNvPr>
          <p:cNvSpPr txBox="1"/>
          <p:nvPr/>
        </p:nvSpPr>
        <p:spPr>
          <a:xfrm>
            <a:off x="9503121" y="5658414"/>
            <a:ext cx="143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1231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2BDE114-B565-5857-FE6A-973B8C0FF097}"/>
              </a:ext>
            </a:extLst>
          </p:cNvPr>
          <p:cNvCxnSpPr/>
          <p:nvPr/>
        </p:nvCxnSpPr>
        <p:spPr>
          <a:xfrm>
            <a:off x="3829616" y="1828800"/>
            <a:ext cx="0" cy="4354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2F26037-F826-80E8-B9ED-40D35B264376}"/>
              </a:ext>
            </a:extLst>
          </p:cNvPr>
          <p:cNvCxnSpPr/>
          <p:nvPr/>
        </p:nvCxnSpPr>
        <p:spPr>
          <a:xfrm>
            <a:off x="8068146" y="1828800"/>
            <a:ext cx="0" cy="4354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89E41B-1D85-D824-741A-70C2E46B90E6}"/>
              </a:ext>
            </a:extLst>
          </p:cNvPr>
          <p:cNvCxnSpPr/>
          <p:nvPr/>
        </p:nvCxnSpPr>
        <p:spPr>
          <a:xfrm>
            <a:off x="3829616" y="1808254"/>
            <a:ext cx="0" cy="4354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4783AC-C381-1186-1E11-163A1586591D}"/>
              </a:ext>
            </a:extLst>
          </p:cNvPr>
          <p:cNvCxnSpPr/>
          <p:nvPr/>
        </p:nvCxnSpPr>
        <p:spPr>
          <a:xfrm>
            <a:off x="8068146" y="1808254"/>
            <a:ext cx="0" cy="4354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Heart outline">
            <a:extLst>
              <a:ext uri="{FF2B5EF4-FFF2-40B4-BE49-F238E27FC236}">
                <a16:creationId xmlns:a16="http://schemas.microsoft.com/office/drawing/2014/main" id="{A3A18659-D692-ABF2-B35F-BD8048948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7039" y="3091758"/>
            <a:ext cx="914400" cy="914400"/>
          </a:xfrm>
          <a:prstGeom prst="rect">
            <a:avLst/>
          </a:prstGeom>
        </p:spPr>
      </p:pic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BD70FBA9-0658-664E-9700-405AC2CC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34E-25A4-4DA0-81D2-9BD644DD5532}" type="datetime2">
              <a:rPr lang="ka-GE" smtClean="0"/>
              <a:t>სამშაბათი, 11 ნოემბერი, 2025</a:t>
            </a:fld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7BE78420-91A8-A293-43A1-21FF15C5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F417-27E3-4FD5-8C6A-B290AC0B8E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22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7" grpId="0" animBg="1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256</Words>
  <Application>Microsoft Office PowerPoint</Application>
  <PresentationFormat>Widescreen</PresentationFormat>
  <Paragraphs>67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Gill Sans MT</vt:lpstr>
      <vt:lpstr>Sylfaen</vt:lpstr>
      <vt:lpstr>Gallery</vt:lpstr>
      <vt:lpstr>Office Theme</vt:lpstr>
      <vt:lpstr>პრეზენტაცია</vt:lpstr>
      <vt:lpstr>AI Overview</vt:lpstr>
      <vt:lpstr>Key aspects of AI</vt:lpstr>
      <vt:lpstr>Key aspects of AI</vt:lpstr>
      <vt:lpstr>AI Table</vt:lpstr>
      <vt:lpstr>AI SmartArt</vt:lpstr>
      <vt:lpstr>AI Chart</vt:lpstr>
      <vt:lpstr>სქემა</vt:lpstr>
      <vt:lpstr>სქემა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321.14</dc:creator>
  <cp:lastModifiedBy>321.14</cp:lastModifiedBy>
  <cp:revision>24</cp:revision>
  <dcterms:created xsi:type="dcterms:W3CDTF">2025-11-11T08:17:45Z</dcterms:created>
  <dcterms:modified xsi:type="dcterms:W3CDTF">2025-11-11T09:12:18Z</dcterms:modified>
</cp:coreProperties>
</file>